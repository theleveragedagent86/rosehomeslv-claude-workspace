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LISTING LAUNCH CAMPAIGN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 Amber Rock St, Henderson, NV 89012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2743200" cy="0"/>
          </a:xfrm>
          <a:prstGeom prst="line">
            <a:avLst/>
          </a:prstGeom>
          <a:noFill/>
          <a:ln w="25400">
            <a:solidFill>
              <a:srgbClr val="8B2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468880"/>
            <a:ext cx="1828800" cy="100584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14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$485,000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Price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0" y="2468880"/>
            <a:ext cx="1828800" cy="100584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2514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BD / 2 BA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4320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/ Bath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468880"/>
            <a:ext cx="1828800" cy="100584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2514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1,796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5488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Sqft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2468880"/>
            <a:ext cx="1828800" cy="100584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2514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766560" y="3017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Built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Coming Soon (Days 1–14)  |  Phase 2: Active Listing (Day 15+)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389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Homes LV  |  February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two-phase paid campaign to maximize exposure and generate showings for 29 Amber Rock St. Phase 1 builds anticipation during the Coming Soon period; Phase 2 drives urgency once the listing goes active.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657600" cy="256032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28800"/>
            <a:ext cx="36576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COMING SOON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1–14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6517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anticipation &amp; capture early interest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leads before listing goes live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 the first to see this home"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$200–$400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3657600" cy="256032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828800"/>
            <a:ext cx="365760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965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ACTIVE LISTING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15+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2651760"/>
            <a:ext cx="3200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showings &amp; generate offers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 Coming Soon audience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"Now available — schedule your showing"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$300–$600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Budget: $500–$1,000  |  Platforms: Google Search + Meta  |  Goal: 20–40 leads, 5–10 showings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36576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COMING SOON CAMPAIGNS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1–14  |  Budget: $200–$400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657600" cy="329184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234440"/>
            <a:ext cx="73152" cy="32918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Search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$100–$200  |  High-intent capture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92024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"homes for sale Henderson NV"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"McCullough Hills homes"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 bedroom Henderson 89012"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Copy Themes: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"Coming Soon — 3BD/2BA in McCullough Hills"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 First to See This Henderson Home"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"$485K — Register for Early Access"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3657600" cy="329184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234440"/>
            <a:ext cx="73152" cy="3291840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 (Facebook/Instagram)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87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$100–$200  |  Visual teaser + lead form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192024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Campaign: Coming Soon Lead Gen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Single image or short video teaser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Form: "Get early access details"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15mi radius, home improvement interests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Copy Themes: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"Coming Soon to McCullough Hills"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"3BD home under $500K in Henderson"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"Register now for first showing access"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Ad Category: Housing must be declared on all Meta campaigns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ACTIVE LISTING CAMPAIGNS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15+  |  Budget: $300–$600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234440"/>
            <a:ext cx="3657600" cy="329184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234440"/>
            <a:ext cx="73152" cy="329184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Search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28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$200–$400  |  Drive showings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192024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Keywords: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"homes for sale Henderson NV under 500k"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"open house Henderson this weekend"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"3 bed 2 bath Henderson NV"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Copy Themes: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"Just Listed — 3BD/2BA $485K Henderson"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"1,796 Sqft in McCullough Hills — Tour Today"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"Schedule Your Private Showing"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234440"/>
            <a:ext cx="3657600" cy="329184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234440"/>
            <a:ext cx="73152" cy="3291840"/>
          </a:xfrm>
          <a:prstGeom prst="rect">
            <a:avLst/>
          </a:prstGeom>
          <a:solidFill>
            <a:srgbClr val="1877F2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 (Facebook/Instagram)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16002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87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$100–$200  |  Visual showcase + retargeting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1920240"/>
            <a:ext cx="320040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1: Just Listed Awareness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Carousel: room-by-room photo tour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Video: property walkthrough (30–60s)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2: Retargeting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Phase 1 lead form openers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Website visitors (listing page)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Message: "Still available — book a showing"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 Phase 1 Coming Soon leads with urgency messaging: "Now on the market — don't miss out"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SEARCH AD COPY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Coming Soon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21792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Element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Copy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Headline 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Coming Soon — Henderson Home $485K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Headline 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3BD/2BA in McCullough Hills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Headline 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Be First to See 29 Amber Rock 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Headline 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1,796 Sqft — Under $500K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Headline 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Register for Early Showing Access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Description 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Coming soon to Henderson! 3BD/2BA, 1,796 sqft with fireplace &amp; attached garage in McCullough Hills. Register for early access.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Description 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Don't miss this Henderson home under $500K. 3 bedrooms, 2 baths, spacious layout. Contact Rose Homes LV for details.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Active Listing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429000"/>
          <a:ext cx="7680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21792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Element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Copy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Headline 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Just Listed — 29 Amber Rock St $485K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Headline 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3BD/2BA Henderson Home — Tour Today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Headline 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McCullough Hills — Schedule a Showing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Headline 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1,796 Sqft Under $500K in Henderson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Description 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Now available! 3BD/2BA in McCullough Hills, Henderson. 1,796 sqft, fireplace, garage. Schedule your showing with Rose Homes LV.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</a:rPr>
                        <a:t>Description 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Spacious Henderson home at $485K. 3 beds, 2 baths, great neighborhood with $14/mo HOA. Don't wait — homes sell fast here.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 AD COPY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3657600" cy="347472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914400"/>
            <a:ext cx="3657600" cy="54864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1: Coming Soon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371600"/>
            <a:ext cx="32918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Text: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Soon to McCullough Hills! This 3-bedroom, 2-bath home at 29 Amber Rock St won’t last long at $485,000. Be the first to know when showings open — register now for early access.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Soon — Henderson Home Under $500K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3BD/2BA • 1,796 sqft • McCullough Hills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Button: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(Lead Form)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657600" cy="347472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365760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2: Active Listing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2918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Text: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Listed! 29 Amber Rock St in Henderson is now on the market at $485,000. 3 bedrooms, 2 baths, 1,796 sqft with a cozy fireplace and attached garage. Schedule your private showing today.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Listed — 29 Amber Rock St, Henderson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3BD/2BA • $485K • Schedule a Showing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Button: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More / Book Now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2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 Ad: "Still interested in 29 Amber Rock? It’s now live. Schedule your showing before it’s gone."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 &amp; TIMELINE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  <a:gridCol w="1920240"/>
                <a:gridCol w="1920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Phase 1 (Days 1–14)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Phase 2 (Day 15+)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Google Search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$100–$200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$200–$400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$300–$600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Meta Ads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$100–$200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$100–$200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$200–$400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B2500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</a:rPr>
                        <a:t>$200–$400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</a:rPr>
                        <a:t>$300–$600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B2500"/>
                          </a:solidFill>
                        </a:rPr>
                        <a:t>$500–$1,000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Campaign Timeline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3108960"/>
            <a:ext cx="73152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31089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103120" y="310896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Coming Soon ads (Google + Meta)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3429000"/>
            <a:ext cx="73152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34290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103120" y="34290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Phase 1 performance, adjust bids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3749040"/>
            <a:ext cx="73152" cy="2560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3749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103120" y="374904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Coming Soon ads, prep Phase 2 creative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31520" y="4069080"/>
            <a:ext cx="73152" cy="2560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40690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15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103120" y="406908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Active Listing ads + retargeting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31520" y="4389120"/>
            <a:ext cx="73152" cy="2560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6"/>
          <p:cNvSpPr/>
          <p:nvPr/>
        </p:nvSpPr>
        <p:spPr>
          <a:xfrm>
            <a:off x="1005840" y="43891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22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103120" y="438912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Optimize: kill underperformers, scale winners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31520" y="4709160"/>
            <a:ext cx="73152" cy="2560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19"/>
          <p:cNvSpPr/>
          <p:nvPr/>
        </p:nvSpPr>
        <p:spPr>
          <a:xfrm>
            <a:off x="1005840" y="47091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103120" y="470916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review — assess leads, showings, ROI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TARGETING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3657600" cy="219456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005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Search Targeting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Henderson, NV + 89012 ZIP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Expanded: Las Vegas metro (Phase 2)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6 AM–10 PM (peak 6–10 PM)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Negatives: rent, rental, apartment, commercial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Bidding: Maximize Clicks (CPC cap $3.00)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657600" cy="2194560"/>
          </a:xfrm>
          <a:prstGeom prst="rect">
            <a:avLst/>
          </a:prstGeom>
          <a:solidFill>
            <a:srgbClr val="F5F0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05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 Targeting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371600"/>
            <a:ext cx="3291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Radius: 15 mi around Henderson (min)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Interests: home improvement, real estate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Ad Category: Housing (required)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Retargeting: website visitors, lead form openers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Bidding: Lowest Cost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Property Highlights to Feature in Ads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65760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39496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Why It Matters for Ads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Price Under $500K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Price-point messaging — appeals to budget-conscious buyers in Henderson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3BD/2BA, 1,796 sqft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Spacious family-size home — larger than many comps at this price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McCullough Hills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Desirable Henderson neighborhood with strong appreciation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Fireplace + Garage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Lifestyle features that photograph and video well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$14/mo HOA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Extremely low HOA — strong selling point vs. nearby communities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RESULTS &amp; KPIs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Phase 1 (Coming Soon)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Phase 2 (Active)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Impressions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5,000–10,000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10,000–20,000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15,000–30,000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Clicks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100–200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200–400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300–600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Leads (form fills/calls)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5–15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15–25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20–40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Showing Requests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2–5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5–10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7–15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Cost Per Lead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$15–$30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$12–$25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</a:rPr>
                        <a:t>$12–$25 avg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Success Benchmarks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Strong: 40+ leads, 10+ showings, offer within 21 days of going active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Average: 20–40 leads, 5–10 showings, offer within 30 days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target: &lt; 20 leads — review targeting, ad copy, and landing page experience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25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2286000" cy="0"/>
          </a:xfrm>
          <a:prstGeom prst="line">
            <a:avLst/>
          </a:prstGeom>
          <a:noFill/>
          <a:ln w="25400">
            <a:solidFill>
              <a:srgbClr val="8B2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Photograph the property (interior + exterior + drone)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Shoot a 30–60 second video walkthrough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Set up listing landing page with lead capture form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Create Google Ads campaign with Coming Soon ad groups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Build Meta lead form campaign (declare Housing category)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Launch Phase 1 ads on Day 1 of Coming Soon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Day 15: Switch to Phase 2 active listing ads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 Amber Rock St, Henderson, NV 89012  |  $485,000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 Homes LV  |  ryan@rosehomeslv.com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29 Amber Rock St — Listing Launch Campaign</dc:title>
  <dc:subject>PptxGenJS Presentation</dc:subject>
  <dc:creator>Rose Homes LV</dc:creator>
  <cp:lastModifiedBy>Rose Homes LV</cp:lastModifiedBy>
  <cp:revision>1</cp:revision>
  <dcterms:created xsi:type="dcterms:W3CDTF">2026-02-22T08:19:14Z</dcterms:created>
  <dcterms:modified xsi:type="dcterms:W3CDTF">2026-02-22T08:19:14Z</dcterms:modified>
</cp:coreProperties>
</file>