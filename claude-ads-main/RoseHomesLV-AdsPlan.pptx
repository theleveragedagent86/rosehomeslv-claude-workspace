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 HOMES LV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Advertising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Vegas, Nevada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Budget: $500 – $1,000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$500–$1,000 monthly budget, we recommend a focused, phased approach: start with Google Search to capture high-intent buyers and sellers already searching for Las Vegas real estate, then layer in Meta lead forms as budget grows.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377440" cy="14630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237744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$500–$1K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377440" cy="14630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103120"/>
            <a:ext cx="237744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377440" cy="14630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103120"/>
            <a:ext cx="237744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Leads/Month Goal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Priorities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high-intent search traffic (buyers &amp; sellers)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retargeting audiences from website visitors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Fair Housing compliance across all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Google Search Only  |  Phase 2: Add Meta Lead Forms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of Budget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people actively searching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"homes for sale in Las Vegas"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"sell my house Las Vegas"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CPC: $1.55–$2.53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CTR: 8.43%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3657600" cy="5486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Lead Forms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Budget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property ads &amp; listing promos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leads: "What's your home worth?"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 Category: Housing required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(buyer): $5–$25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(seller): $15–$50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$500/mo: Google only. At $750+/mo: begin testing Meta. At $1,000/mo: run both.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 Campaigns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Campaign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Budget Split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"Rose Homes LV", agent name variants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Buyer Intent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"homes for sale Las Vegas", "[neighborhood] real estate", "open houses near me"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Seller Intent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"sell my house Las Vegas", "home value estimate", "best realtor Las Vegas"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Retargeting (RLSA)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Website visitors searching real estate terms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Campaigns (Phase 2)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Campaign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Buyer Lead Gen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Carousel listings + Lead Form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Lead generation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Seller Lead Gen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Video: "What's your home worth?"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Lead generation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Retargeting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Website visitors + video viewers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Conversions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$500/month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Search: $500 (100%)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buyer intent keywords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leads: 15–25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Maximize Clicks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5176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$750/month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Search: $500 (67%)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 Forms: $250 (33%)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leads: 25–40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Split test both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$1,000/month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Search: $650 (65%)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Lead Forms: $350 (35%)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leads: 35–55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Optimize winners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Benchmarks — Las Vegas Real Estate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Meta (Buyer)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Meta (Seller)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Per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$15–$25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$5–$25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$15–$50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Click-Through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8.43%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1–3%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1–3%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Conversion 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3.28%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5–15%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3–8%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329184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Creative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tour videos (30–60s)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ads: room-by-room tours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footage of neighborhoods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Listed announcements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lifestyle guides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dream home is waiting"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73152" cy="32918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Creative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your home worth?" lead magnets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update videos (agent on-camera)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Sold social proof 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data infographics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videos from past sellers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home could be worth more"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Ads: Use responsive search ads with 10+ headline variants and 3+ descriptions per ad group.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&amp;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228600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Targeting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Las Vegas metro + Henderson, Summerlin, North Las Vegas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schedule: 6 AM – 10 PM (peak: 6–10 PM)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keywords: rent, rental, apartment, jobs, salary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228600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Targeting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Radius: 15+ miles around Las Vegas (minimum enforced)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 Audiences from website visitors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home improvement, real estate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7680960" cy="13716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520440"/>
            <a:ext cx="73152" cy="1371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11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HOUSING COMPLIANCE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Must declare Special Ad Category: Housing on ALL real estate ads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target by age, gender, ZIP code, or detailed demographics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Cannot target or exclude based on protected characteristics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comply risks account suspension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TARGETS &amp; MILESTONES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Month 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CPL (Buyer)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CPL (Seller)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$25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Lead → Showing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</a:rPr>
                        <a:t>Track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15%+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Lead → Close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F8C8D"/>
                          </a:solidFill>
                        </a:rPr>
                        <a:t>Track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1–2%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2–3%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Monthly Leads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15–25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25–40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35–55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Bidding Strategy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1–2: Maximize Clicks (with CPC cap) — gather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3–4: Switch to Maximize Conversions once you hit 15+ conversions/month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5+: Target CPA when you have 30+ monthly conversions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Use Lowest Cost bidding (Special Ad Category limits optimization options)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01168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Google Ads conversion tracking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Meta Pixel + CAPI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campaign structure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initial ad copy &amp; creatives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201168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3–4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Search campaigns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conservative CPC caps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daily for first 7 days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conversion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201168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201168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5–8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data, adjust bids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underperforming keywords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Meta campaigns (Phase 2)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A/B testing ad copy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201168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05840"/>
            <a:ext cx="20116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9–12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1828800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campaigns (+20%)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keyword coverage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audiences &amp; retargeting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performance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2860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Set up Google Ads account with conversion tracking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Meta Business Manager &amp; declare Housing category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landing pages for buyer search &amp; seller home valuation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Produce first batch of creative assets (photos, video tours)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Launch Google Search campaigns with $500 initial budget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Schedule weekly performance check-ins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Homes LV  |  ryan@rosehomeslv.com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 Homes LV — Paid Advertising Plan</dc:title>
  <dc:subject>PptxGenJS Presentation</dc:subject>
  <dc:creator>Rose Homes LV</dc:creator>
  <cp:lastModifiedBy>Rose Homes LV</cp:lastModifiedBy>
  <cp:revision>1</cp:revision>
  <dcterms:created xsi:type="dcterms:W3CDTF">2026-02-22T08:02:45Z</dcterms:created>
  <dcterms:modified xsi:type="dcterms:W3CDTF">2026-02-22T08:02:45Z</dcterms:modified>
</cp:coreProperties>
</file>